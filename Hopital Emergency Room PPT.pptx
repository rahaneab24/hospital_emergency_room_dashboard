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0" y="-4758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0" y="11906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0" y="2074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A0398-A9B5-5607-63D8-D79950213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603" y="2570907"/>
            <a:ext cx="4767397" cy="29030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0" y="6198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8402"/>
            <a:ext cx="11371595" cy="194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date range for broader insights and trend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D417A5-A3C9-FABB-DAFC-024D1A72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63" y="2701008"/>
            <a:ext cx="4786937" cy="2903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0" y="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515228-7240-D2BC-5846-DEB256D9E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24" y="2520256"/>
            <a:ext cx="4733676" cy="2855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0" y="1746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Arial Rounded MT Bold" panose="020F0704030504030204" pitchFamily="34" charset="0"/>
              </a:rPr>
              <a:t>Dashboard 4: Key Takeaways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C29F0B-99FD-8109-7906-3941B713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435" y="3429000"/>
            <a:ext cx="4776189" cy="29030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503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Ashlesha Rahane</cp:lastModifiedBy>
  <cp:revision>9</cp:revision>
  <dcterms:created xsi:type="dcterms:W3CDTF">2024-11-24T05:55:51Z</dcterms:created>
  <dcterms:modified xsi:type="dcterms:W3CDTF">2026-10-05T06:15:51Z</dcterms:modified>
</cp:coreProperties>
</file>